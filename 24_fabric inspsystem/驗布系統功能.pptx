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ABFF7A-D8F5-446E-88DF-340328436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8CC432-D3D8-4A64-AFD8-567EECEA7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C0C5A4-9382-4228-B52F-B9A084ED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598D91-85D3-46FE-AB1B-B6105338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146BFF-302A-4FB2-A68F-AA1AC978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1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2CADD2-804A-4B2C-82C0-3706E2A42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BB0B93-B28E-4436-869E-223A17C2D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492005-E4B4-4B65-8F60-4931E158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484B59-9AE6-4AEE-A08C-F923091F3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BDA01F-78EC-44AD-90A8-85E35D92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649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C8440C-1BFF-4108-8B14-83C4784C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3B20E5-C6AE-4EED-836E-FAA76D500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CFA214-F3AB-44B5-92FF-CB9F1ECD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E44C0E-AFFF-4F7E-B14A-4AAEB4D8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9DA666-16CD-4336-976B-49F9D8E9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695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69B73-D33E-4CDC-8B61-7BD774DE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D1DAC0-6A89-4976-9C77-6987FE501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EE9F86-D375-4A25-8A98-4E7AAA8E8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488359D-71D1-485C-A4F6-016309467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D88C1F-F042-47E3-9562-06272562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53BEFA-4CE3-49BB-A49F-0073F00C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470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DC086F-3ABB-4059-A3C6-6ADAD431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280E05-DE39-40EB-8B86-DD781408D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5AA056-4E13-4A8C-93F4-7DC2A38B5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7C300C5-8E3C-46C6-880E-A18793DA5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6A26FF-E2C4-483A-A2FF-340F410C6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A860171-9D17-4D8A-A45F-0B3152923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AC29652-654A-4BB2-9F43-F8562C26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9DCB1C7-F953-4377-B921-AFDF90D8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31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3D99E7-D2EF-4B82-8997-FB551CDE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5759C1A-AC8D-4052-A08C-649405BC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3B7484B-7A8B-4AD8-ABDB-AA2925EE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5488F8-286E-4D98-A3BE-805F03AD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619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BABB69F-CCD2-4BAD-A18A-919606F54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88FFD1-F614-4E10-AFEE-0616D882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878051-54A4-49A9-9265-AA38CA8E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8343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62A38-99BB-4A16-A1A4-CF78F207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E23360-5129-4041-977E-83BA3D89B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3ED719-6A9F-48CA-A703-087053C33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98508F-87EF-4B82-9759-42FD24B1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DF535C-2FE8-4B34-88B1-FC630D13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537644-D1DB-4423-B7E5-CDB1421B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66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164C1E-F445-4F9D-BD22-07A11A87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F24D5DE-E2F9-43CB-AE75-2754DFFC3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4AA0BD-C173-43F1-BBD1-7324E6B08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A257FC-38A9-4C0D-9EE8-5A3B7FB3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18F894-33EE-4DFE-8544-50AF33C8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85A039-1A84-47C1-9551-83A6E055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74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78C31B-5FDC-43AE-896A-C28AABB86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AD818-F78A-4504-B0CA-16386407F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3917E0-0E3D-4CDC-9A8D-6EDA0EE8F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D3B14E-9550-4098-8080-4594AB17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4097D7-87F1-4029-B8CA-1F4C8903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51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6A953DA-8A29-42FD-BFCB-33EB5B36F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6D6DC6-6C75-4594-AFF7-BCD46A4FB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4F0DB7-A3D7-4C80-8DF9-E8DEDE6A9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6968AD-4849-441C-98BF-2FD540AA6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905846-4CBA-407B-9AC0-09213DAD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4146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ACA963-2FF7-4E23-98E4-3314ACFE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9760D6-9E72-4C39-9908-8F6E0B3F7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02516D-AD2B-410C-9577-DF9475802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88BA2-59CC-4716-AA63-4E4F760CAC24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58870A-5463-420E-9A29-DD00E99BA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F5033F-9E89-4F80-B6A0-B52098DC1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F05D3-C643-48B0-A9FC-016482FFF1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73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243201-AB20-4598-8776-47CB5BE1E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(1)</a:t>
            </a:r>
            <a:r>
              <a:rPr lang="zh-TW" altLang="en-US" dirty="0">
                <a:solidFill>
                  <a:srgbClr val="FF0000"/>
                </a:solidFill>
              </a:rPr>
              <a:t>連線查詢並</a:t>
            </a:r>
            <a:r>
              <a:rPr lang="en-US" altLang="zh-TW" dirty="0">
                <a:solidFill>
                  <a:srgbClr val="FF0000"/>
                </a:solidFill>
              </a:rPr>
              <a:t>download</a:t>
            </a:r>
            <a:r>
              <a:rPr lang="zh-TW" altLang="en-US" dirty="0">
                <a:solidFill>
                  <a:srgbClr val="FF0000"/>
                </a:solidFill>
              </a:rPr>
              <a:t>訂單資料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(2)</a:t>
            </a:r>
            <a:r>
              <a:rPr lang="zh-TW" altLang="en-US" dirty="0">
                <a:solidFill>
                  <a:srgbClr val="FF0000"/>
                </a:solidFill>
              </a:rPr>
              <a:t>連線發送驗報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(3)</a:t>
            </a:r>
            <a:r>
              <a:rPr lang="zh-TW" altLang="en-US" dirty="0">
                <a:solidFill>
                  <a:srgbClr val="FF0000"/>
                </a:solidFill>
              </a:rPr>
              <a:t>其他都離線進行</a:t>
            </a:r>
          </a:p>
        </p:txBody>
      </p:sp>
    </p:spTree>
    <p:extLst>
      <p:ext uri="{BB962C8B-B14F-4D97-AF65-F5344CB8AC3E}">
        <p14:creationId xmlns:p14="http://schemas.microsoft.com/office/powerpoint/2010/main" val="338227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39680A8-B2B7-4795-A80D-5F7791EB8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60" y="3155019"/>
            <a:ext cx="9988776" cy="29813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233B2387-59FF-4F37-B26B-E74BD1093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71" y="1154280"/>
            <a:ext cx="1952898" cy="323895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7B72604F-74CD-4E4C-9496-2C5C90610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250" y="658418"/>
            <a:ext cx="1895740" cy="314369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A2A0CDF5-4EC6-4099-B1C4-2B7581D88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2884" y="618147"/>
            <a:ext cx="1981477" cy="342948"/>
          </a:xfrm>
          <a:prstGeom prst="rect">
            <a:avLst/>
          </a:prstGeom>
        </p:spPr>
      </p:pic>
      <p:sp>
        <p:nvSpPr>
          <p:cNvPr id="5" name="動作按鈕: 往後或下一項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036D72-F90E-44D3-90D6-4EF180AF97E5}"/>
              </a:ext>
            </a:extLst>
          </p:cNvPr>
          <p:cNvSpPr/>
          <p:nvPr/>
        </p:nvSpPr>
        <p:spPr>
          <a:xfrm>
            <a:off x="2196353" y="2648514"/>
            <a:ext cx="349624" cy="304800"/>
          </a:xfrm>
          <a:prstGeom prst="actionButtonForwardNex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動作按鈕: 往前或上一項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66B36F3-C8D7-43E1-A8E3-973BEC2E229C}"/>
              </a:ext>
            </a:extLst>
          </p:cNvPr>
          <p:cNvSpPr/>
          <p:nvPr/>
        </p:nvSpPr>
        <p:spPr>
          <a:xfrm>
            <a:off x="1586752" y="2648514"/>
            <a:ext cx="349624" cy="304800"/>
          </a:xfrm>
          <a:prstGeom prst="actionButtonBackPrevio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7D09313-6EED-4735-AC01-55975E442435}"/>
              </a:ext>
            </a:extLst>
          </p:cNvPr>
          <p:cNvSpPr/>
          <p:nvPr/>
        </p:nvSpPr>
        <p:spPr>
          <a:xfrm>
            <a:off x="3617434" y="1111785"/>
            <a:ext cx="941294" cy="3877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查詢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9E7EB38-41D0-4B7F-9FBE-89BFAEC31038}"/>
              </a:ext>
            </a:extLst>
          </p:cNvPr>
          <p:cNvSpPr/>
          <p:nvPr/>
        </p:nvSpPr>
        <p:spPr>
          <a:xfrm>
            <a:off x="6666147" y="1111785"/>
            <a:ext cx="941294" cy="3877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837EFC4-92EB-4AC7-9742-A71B151D4C01}"/>
              </a:ext>
            </a:extLst>
          </p:cNvPr>
          <p:cNvSpPr txBox="1"/>
          <p:nvPr/>
        </p:nvSpPr>
        <p:spPr>
          <a:xfrm>
            <a:off x="9090212" y="4070518"/>
            <a:ext cx="489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▶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881A347-7803-421D-93BD-C3AF272954EC}"/>
              </a:ext>
            </a:extLst>
          </p:cNvPr>
          <p:cNvSpPr txBox="1"/>
          <p:nvPr/>
        </p:nvSpPr>
        <p:spPr>
          <a:xfrm>
            <a:off x="9094832" y="4795574"/>
            <a:ext cx="489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▶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B53B89A-FACF-4C95-954C-A4D8D34E88E4}"/>
              </a:ext>
            </a:extLst>
          </p:cNvPr>
          <p:cNvSpPr txBox="1"/>
          <p:nvPr/>
        </p:nvSpPr>
        <p:spPr>
          <a:xfrm>
            <a:off x="9108691" y="5557571"/>
            <a:ext cx="489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▶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69F1C20-CF3B-473B-8AAC-034E9044E075}"/>
              </a:ext>
            </a:extLst>
          </p:cNvPr>
          <p:cNvSpPr txBox="1"/>
          <p:nvPr/>
        </p:nvSpPr>
        <p:spPr>
          <a:xfrm>
            <a:off x="10031506" y="4070518"/>
            <a:ext cx="489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❎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8689667-5FA8-4728-A206-867867E391AD}"/>
              </a:ext>
            </a:extLst>
          </p:cNvPr>
          <p:cNvSpPr txBox="1"/>
          <p:nvPr/>
        </p:nvSpPr>
        <p:spPr>
          <a:xfrm>
            <a:off x="10036125" y="4803450"/>
            <a:ext cx="489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❎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C5AED66-70D1-4AB4-B804-3FAD1968E934}"/>
              </a:ext>
            </a:extLst>
          </p:cNvPr>
          <p:cNvSpPr txBox="1"/>
          <p:nvPr/>
        </p:nvSpPr>
        <p:spPr>
          <a:xfrm>
            <a:off x="10040741" y="5566802"/>
            <a:ext cx="489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❎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EE7BE0E3-E41F-480B-B034-9D0D3B47E81F}"/>
              </a:ext>
            </a:extLst>
          </p:cNvPr>
          <p:cNvSpPr/>
          <p:nvPr/>
        </p:nvSpPr>
        <p:spPr>
          <a:xfrm>
            <a:off x="5392593" y="1118420"/>
            <a:ext cx="941294" cy="3877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驗報發送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772E8500-ED7D-47BD-862C-B30EA6C7C7F9}"/>
              </a:ext>
            </a:extLst>
          </p:cNvPr>
          <p:cNvSpPr/>
          <p:nvPr/>
        </p:nvSpPr>
        <p:spPr>
          <a:xfrm>
            <a:off x="7937114" y="1118420"/>
            <a:ext cx="941294" cy="3877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樣布寄送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159A5CD5-94C4-4076-8CCE-7DD5FA14B0EC}"/>
              </a:ext>
            </a:extLst>
          </p:cNvPr>
          <p:cNvSpPr/>
          <p:nvPr/>
        </p:nvSpPr>
        <p:spPr>
          <a:xfrm>
            <a:off x="9206757" y="1118420"/>
            <a:ext cx="941294" cy="3877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驗布記錄</a:t>
            </a:r>
          </a:p>
        </p:txBody>
      </p:sp>
    </p:spTree>
    <p:extLst>
      <p:ext uri="{BB962C8B-B14F-4D97-AF65-F5344CB8AC3E}">
        <p14:creationId xmlns:p14="http://schemas.microsoft.com/office/powerpoint/2010/main" val="312509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4689CD9-56F1-441B-8DEF-8CBEC7470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3"/>
            <a:ext cx="12192000" cy="6852373"/>
          </a:xfrm>
          <a:prstGeom prst="rect">
            <a:avLst/>
          </a:prstGeom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A627117-0E2C-4CE8-A37B-AA9E60BC8150}"/>
              </a:ext>
            </a:extLst>
          </p:cNvPr>
          <p:cNvSpPr txBox="1"/>
          <p:nvPr/>
        </p:nvSpPr>
        <p:spPr>
          <a:xfrm>
            <a:off x="3314713" y="82164"/>
            <a:ext cx="1631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訂單資訊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80BD6BC-1DF3-4776-B64E-6C968524D35E}"/>
              </a:ext>
            </a:extLst>
          </p:cNvPr>
          <p:cNvCxnSpPr>
            <a:cxnSpLocks/>
          </p:cNvCxnSpPr>
          <p:nvPr/>
        </p:nvCxnSpPr>
        <p:spPr>
          <a:xfrm flipV="1">
            <a:off x="2967318" y="2626423"/>
            <a:ext cx="1120587" cy="1506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4AABDF22-B950-4EFB-AA16-40957958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968" y="151426"/>
            <a:ext cx="7064140" cy="2728767"/>
          </a:xfrm>
          <a:prstGeom prst="rect">
            <a:avLst/>
          </a:prstGeom>
          <a:ln>
            <a:noFill/>
          </a:ln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2B31BF20-C3B0-4D8E-A5F1-4DC9EFE6ADB1}"/>
              </a:ext>
            </a:extLst>
          </p:cNvPr>
          <p:cNvSpPr txBox="1"/>
          <p:nvPr/>
        </p:nvSpPr>
        <p:spPr>
          <a:xfrm>
            <a:off x="2613361" y="1980092"/>
            <a:ext cx="1631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觸碰這欄即顯示訂單資訊</a:t>
            </a:r>
          </a:p>
        </p:txBody>
      </p:sp>
    </p:spTree>
    <p:extLst>
      <p:ext uri="{BB962C8B-B14F-4D97-AF65-F5344CB8AC3E}">
        <p14:creationId xmlns:p14="http://schemas.microsoft.com/office/powerpoint/2010/main" val="50189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4DF7F05-3343-4FF3-97BC-4891886D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3"/>
            <a:ext cx="12192000" cy="6852373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80BD6BC-1DF3-4776-B64E-6C968524D35E}"/>
              </a:ext>
            </a:extLst>
          </p:cNvPr>
          <p:cNvCxnSpPr>
            <a:cxnSpLocks/>
          </p:cNvCxnSpPr>
          <p:nvPr/>
        </p:nvCxnSpPr>
        <p:spPr>
          <a:xfrm flipV="1">
            <a:off x="1235531" y="2765614"/>
            <a:ext cx="1893151" cy="2182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B31BF20-C3B0-4D8E-A5F1-4DC9EFE6ADB1}"/>
              </a:ext>
            </a:extLst>
          </p:cNvPr>
          <p:cNvSpPr txBox="1"/>
          <p:nvPr/>
        </p:nvSpPr>
        <p:spPr>
          <a:xfrm>
            <a:off x="444092" y="1842290"/>
            <a:ext cx="2307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觸碰合併即顯示合併採購單號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13FD90D-310B-41D9-ABBF-A45F169DF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782" y="2165455"/>
            <a:ext cx="1314633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8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E7547DA-6510-4839-A431-79878ECDA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3"/>
            <a:ext cx="12192000" cy="685237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7FB177F-D5B2-4ED4-AD7C-E223528C5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41"/>
            <a:ext cx="12192000" cy="6838317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80BD6BC-1DF3-4776-B64E-6C968524D35E}"/>
              </a:ext>
            </a:extLst>
          </p:cNvPr>
          <p:cNvCxnSpPr>
            <a:cxnSpLocks/>
          </p:cNvCxnSpPr>
          <p:nvPr/>
        </p:nvCxnSpPr>
        <p:spPr>
          <a:xfrm flipH="1" flipV="1">
            <a:off x="5576047" y="2653553"/>
            <a:ext cx="2895600" cy="229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B31BF20-C3B0-4D8E-A5F1-4DC9EFE6ADB1}"/>
              </a:ext>
            </a:extLst>
          </p:cNvPr>
          <p:cNvSpPr txBox="1"/>
          <p:nvPr/>
        </p:nvSpPr>
        <p:spPr>
          <a:xfrm>
            <a:off x="3139889" y="2007222"/>
            <a:ext cx="3368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驗報發送功能查詢未發送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觸碰未發送即顯示第二層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59AE463-C2DD-47C6-AD5C-E00E82DDB5AB}"/>
              </a:ext>
            </a:extLst>
          </p:cNvPr>
          <p:cNvCxnSpPr>
            <a:cxnSpLocks/>
          </p:cNvCxnSpPr>
          <p:nvPr/>
        </p:nvCxnSpPr>
        <p:spPr>
          <a:xfrm flipH="1">
            <a:off x="5271247" y="1631576"/>
            <a:ext cx="475129" cy="37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17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21BFF4E-83D3-4A9A-ADD9-C00443661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3"/>
            <a:ext cx="12192000" cy="6852373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8F80A0D3-D007-42FD-8A95-035193EE2534}"/>
              </a:ext>
            </a:extLst>
          </p:cNvPr>
          <p:cNvSpPr txBox="1"/>
          <p:nvPr/>
        </p:nvSpPr>
        <p:spPr>
          <a:xfrm>
            <a:off x="4894730" y="1946248"/>
            <a:ext cx="4435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驗布輸入會詢問修改或新增驗布</a:t>
            </a:r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新增驗布是單一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驗布或多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驗布</a:t>
            </a: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FDC6E3DE-20D4-4B39-9414-0319E08ABB09}"/>
              </a:ext>
            </a:extLst>
          </p:cNvPr>
          <p:cNvCxnSpPr>
            <a:cxnSpLocks/>
          </p:cNvCxnSpPr>
          <p:nvPr/>
        </p:nvCxnSpPr>
        <p:spPr>
          <a:xfrm flipH="1" flipV="1">
            <a:off x="7297271" y="2592579"/>
            <a:ext cx="1972235" cy="148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15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113</Words>
  <Application>Microsoft Office PowerPoint</Application>
  <PresentationFormat>寬螢幕</PresentationFormat>
  <Paragraphs>21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Tony Huang (Taipei, 黃天佑)</dc:creator>
  <cp:lastModifiedBy>Tony Huang (Taipei, 黃天佑)</cp:lastModifiedBy>
  <cp:revision>28</cp:revision>
  <dcterms:created xsi:type="dcterms:W3CDTF">2026-06-10T00:50:40Z</dcterms:created>
  <dcterms:modified xsi:type="dcterms:W3CDTF">2026-06-11T08:33:00Z</dcterms:modified>
</cp:coreProperties>
</file>